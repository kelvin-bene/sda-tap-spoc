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</p:sldIdLst>
  <p:sldSz cy="32918400" cx="43891200"/>
  <p:notesSz cx="7010400" cy="9296400"/>
  <p:embeddedFontLst>
    <p:embeddedFont>
      <p:font typeface="Roboto"/>
      <p:regular r:id="rId10"/>
      <p:bold r:id="rId11"/>
      <p:italic r:id="rId12"/>
      <p:boldItalic r:id="rId13"/>
    </p:embeddedFon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>
        <p15:guide id="1" orient="horz" pos="4392">
          <p15:clr>
            <a:srgbClr val="A4A3A4"/>
          </p15:clr>
        </p15:guide>
        <p15:guide id="2" pos="2944">
          <p15:clr>
            <a:srgbClr val="A4A3A4"/>
          </p15:clr>
        </p15:guide>
      </p15:notesGuideLst>
    </p:ext>
    <p:ext uri="GoogleSlidesCustomDataVersion2">
      <go:slidesCustomData xmlns:go="http://customooxmlschemas.google.com/" r:id="rId16" roundtripDataSignature="AMtx7mhgZHWYzrCS0Gx+GTfphTnQTbd7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382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4392" orient="horz"/>
        <p:guide pos="294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dPt>
            <c:idx val="0"/>
            <c:bubble3D val="0"/>
            <c:spPr>
              <a:solidFill>
                <a:srgbClr val="004B8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338-4539-8958-F4DD1C49F11B}"/>
              </c:ext>
            </c:extLst>
          </c:dPt>
          <c:dPt>
            <c:idx val="1"/>
            <c:bubble3D val="0"/>
            <c:spPr>
              <a:solidFill>
                <a:srgbClr val="CBCCC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338-4539-8958-F4DD1C49F11B}"/>
              </c:ext>
            </c:extLst>
          </c:dPt>
          <c:dPt>
            <c:idx val="2"/>
            <c:bubble3D val="0"/>
            <c:spPr>
              <a:solidFill>
                <a:srgbClr val="FBCE2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338-4539-8958-F4DD1C49F11B}"/>
              </c:ext>
            </c:extLst>
          </c:dPt>
          <c:dPt>
            <c:idx val="3"/>
            <c:bubble3D val="0"/>
            <c:spPr>
              <a:solidFill>
                <a:srgbClr val="00BCE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338-4539-8958-F4DD1C49F11B}"/>
              </c:ext>
            </c:extLst>
          </c:dPt>
          <c:dPt>
            <c:idx val="4"/>
            <c:bubble3D val="0"/>
            <c:spPr>
              <a:solidFill>
                <a:srgbClr val="595A5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338-4539-8958-F4DD1C49F11B}"/>
              </c:ext>
            </c:extLst>
          </c:dPt>
          <c:dPt>
            <c:idx val="5"/>
            <c:bubble3D val="0"/>
            <c:spPr>
              <a:solidFill>
                <a:srgbClr val="B3282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338-4539-8958-F4DD1C49F11B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338-4539-8958-F4DD1C49F11B}"/>
              </c:ext>
            </c:extLst>
          </c:dPt>
          <c:cat>
            <c:strRef>
              <c:f>Sheet1!$A$2:$A$8</c:f>
              <c:strCache>
                <c:ptCount val="6"/>
                <c:pt idx="0">
                  <c:v>Color 1</c:v>
                </c:pt>
                <c:pt idx="1">
                  <c:v>Color 2 </c:v>
                </c:pt>
                <c:pt idx="2">
                  <c:v>Color 3</c:v>
                </c:pt>
                <c:pt idx="3">
                  <c:v>Color 4</c:v>
                </c:pt>
                <c:pt idx="4">
                  <c:v>Color 5</c:v>
                </c:pt>
                <c:pt idx="5">
                  <c:v>Color 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338-4539-8958-F4DD1C49F1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9" y="1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5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3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/>
          <p:nvPr>
            <p:ph idx="2" type="sldImg"/>
          </p:nvPr>
        </p:nvSpPr>
        <p:spPr>
          <a:xfrm>
            <a:off x="1181105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:notes"/>
          <p:cNvSpPr txBox="1"/>
          <p:nvPr>
            <p:ph idx="1" type="body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6"/>
              <a:buFont typeface="Arial"/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" name="Google Shape;201;p1:notes"/>
          <p:cNvSpPr txBox="1"/>
          <p:nvPr>
            <p:ph idx="10" type="dt"/>
          </p:nvPr>
        </p:nvSpPr>
        <p:spPr>
          <a:xfrm>
            <a:off x="3970939" y="1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July 30, 2025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:notes"/>
          <p:cNvSpPr txBox="1"/>
          <p:nvPr>
            <p:ph idx="1" type="body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:notes"/>
          <p:cNvSpPr/>
          <p:nvPr>
            <p:ph idx="2" type="sldImg"/>
          </p:nvPr>
        </p:nvSpPr>
        <p:spPr>
          <a:xfrm>
            <a:off x="1181105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:notes"/>
          <p:cNvSpPr txBox="1"/>
          <p:nvPr>
            <p:ph idx="1" type="body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:notes"/>
          <p:cNvSpPr/>
          <p:nvPr>
            <p:ph idx="2" type="sldImg"/>
          </p:nvPr>
        </p:nvSpPr>
        <p:spPr>
          <a:xfrm>
            <a:off x="1181105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jp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jpg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g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idx="10" type="dt"/>
          </p:nvPr>
        </p:nvSpPr>
        <p:spPr>
          <a:xfrm>
            <a:off x="2194560" y="30510483"/>
            <a:ext cx="10241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25" lIns="522475" spcFirstLastPara="1" rIns="522475" wrap="square" tIns="2612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12801600" y="30510483"/>
            <a:ext cx="160935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25" lIns="522475" spcFirstLastPara="1" rIns="522475" wrap="square" tIns="2612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38039040" y="30510483"/>
            <a:ext cx="36576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25" lIns="522475" spcFirstLastPara="1" rIns="522475" wrap="square" tIns="26122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880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017520" y="6410002"/>
            <a:ext cx="18653700" cy="241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651933" lvl="0" marL="45720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6667"/>
              <a:buChar char="•"/>
              <a:defRPr sz="6666"/>
            </a:lvl1pPr>
            <a:lvl2pPr indent="-567266" lvl="1" marL="9144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2pPr>
            <a:lvl3pPr indent="-567266" lvl="2" marL="13716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3pPr>
            <a:lvl4pPr indent="-567266" lvl="3" marL="18288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4pPr>
            <a:lvl5pPr indent="-567266" lvl="4" marL="22860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22219920" y="6410002"/>
            <a:ext cx="18653700" cy="241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651933" lvl="0" marL="45720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6667"/>
              <a:buChar char="•"/>
              <a:defRPr sz="6666"/>
            </a:lvl1pPr>
            <a:lvl2pPr indent="-567266" lvl="1" marL="9144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2pPr>
            <a:lvl3pPr indent="-567266" lvl="2" marL="13716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3pPr>
            <a:lvl4pPr indent="-567266" lvl="3" marL="18288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4pPr>
            <a:lvl5pPr indent="-567266" lvl="4" marL="22860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3017520" y="2637060"/>
            <a:ext cx="37856100" cy="35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cxnSp>
        <p:nvCxnSpPr>
          <p:cNvPr id="37" name="Google Shape;37;p7"/>
          <p:cNvCxnSpPr/>
          <p:nvPr/>
        </p:nvCxnSpPr>
        <p:spPr>
          <a:xfrm>
            <a:off x="3291840" y="2401623"/>
            <a:ext cx="373077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" name="Google Shape;38;p7"/>
          <p:cNvCxnSpPr/>
          <p:nvPr/>
        </p:nvCxnSpPr>
        <p:spPr>
          <a:xfrm>
            <a:off x="12668601" y="31377543"/>
            <a:ext cx="281496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1604" y="31266576"/>
            <a:ext cx="9217153" cy="25487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7"/>
          <p:cNvSpPr txBox="1"/>
          <p:nvPr>
            <p:ph idx="3" type="body"/>
          </p:nvPr>
        </p:nvSpPr>
        <p:spPr>
          <a:xfrm>
            <a:off x="28296980" y="31781114"/>
            <a:ext cx="11970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41" name="Google Shape;41;p7"/>
          <p:cNvSpPr txBox="1"/>
          <p:nvPr/>
        </p:nvSpPr>
        <p:spPr>
          <a:xfrm>
            <a:off x="39909645" y="31696757"/>
            <a:ext cx="1258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 b="19869" l="15574" r="15790" t="0"/>
          <a:stretch/>
        </p:blipFill>
        <p:spPr>
          <a:xfrm>
            <a:off x="5350573" y="342024"/>
            <a:ext cx="1019875" cy="1847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 rotWithShape="1">
          <a:blip r:embed="rId4">
            <a:alphaModFix/>
          </a:blip>
          <a:srcRect b="12697" l="14497" r="15924" t="0"/>
          <a:stretch/>
        </p:blipFill>
        <p:spPr>
          <a:xfrm>
            <a:off x="3173088" y="342023"/>
            <a:ext cx="1472507" cy="178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89417" y="950768"/>
            <a:ext cx="2609943" cy="600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ctrTitle"/>
          </p:nvPr>
        </p:nvSpPr>
        <p:spPr>
          <a:xfrm>
            <a:off x="3291840" y="5387343"/>
            <a:ext cx="37307700" cy="114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63475" lIns="126975" spcFirstLastPara="1" rIns="126975" wrap="square" tIns="634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67"/>
              <a:buFont typeface="Calibri"/>
              <a:buNone/>
              <a:defRPr sz="26666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5486400" y="17289783"/>
            <a:ext cx="32918400" cy="7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lvl="0" algn="ctr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0667"/>
              <a:buNone/>
              <a:defRPr sz="10666"/>
            </a:lvl1pPr>
            <a:lvl2pPr lvl="1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None/>
              <a:defRPr sz="8888"/>
            </a:lvl2pPr>
            <a:lvl3pPr lvl="2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/>
            </a:lvl3pPr>
            <a:lvl4pPr lvl="3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sz="7111"/>
            </a:lvl4pPr>
            <a:lvl5pPr lvl="4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sz="7111"/>
            </a:lvl5pPr>
            <a:lvl6pPr lvl="5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sz="7111"/>
            </a:lvl6pPr>
            <a:lvl7pPr lvl="6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sz="7111"/>
            </a:lvl7pPr>
            <a:lvl8pPr lvl="7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sz="7111"/>
            </a:lvl8pPr>
            <a:lvl9pPr lvl="8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sz="7111"/>
            </a:lvl9pPr>
          </a:lstStyle>
          <a:p/>
        </p:txBody>
      </p:sp>
      <p:sp>
        <p:nvSpPr>
          <p:cNvPr id="48" name="Google Shape;48;p9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49" name="Google Shape;49;p9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title"/>
          </p:nvPr>
        </p:nvSpPr>
        <p:spPr>
          <a:xfrm>
            <a:off x="3017520" y="1752607"/>
            <a:ext cx="378561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19555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017520" y="8763000"/>
            <a:ext cx="378561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2444"/>
            </a:lvl1pPr>
            <a:lvl2pPr indent="-38735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0666"/>
            </a:lvl2pPr>
            <a:lvl3pPr indent="-38735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888"/>
            </a:lvl3pPr>
            <a:lvl4pPr indent="-38735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4pPr>
            <a:lvl5pPr indent="-38735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54" name="Google Shape;54;p10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55" name="Google Shape;55;p10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2994663" y="8206751"/>
            <a:ext cx="37856100" cy="13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67"/>
              <a:buFont typeface="Calibri"/>
              <a:buNone/>
              <a:defRPr sz="26666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2994663" y="22029431"/>
            <a:ext cx="378561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0667"/>
              <a:buNone/>
              <a:defRPr sz="10666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rgbClr val="888888"/>
              </a:buClr>
              <a:buSzPts val="8889"/>
              <a:buNone/>
              <a:defRPr sz="8888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rgbClr val="888888"/>
              </a:buClr>
              <a:buSzPts val="8000"/>
              <a:buNone/>
              <a:defRPr sz="8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rgbClr val="888888"/>
              </a:buClr>
              <a:buSzPts val="7111"/>
              <a:buNone/>
              <a:defRPr sz="7111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rgbClr val="888888"/>
              </a:buClr>
              <a:buSzPts val="7111"/>
              <a:buNone/>
              <a:defRPr sz="7111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rgbClr val="888888"/>
              </a:buClr>
              <a:buSzPts val="7111"/>
              <a:buNone/>
              <a:defRPr sz="7111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rgbClr val="888888"/>
              </a:buClr>
              <a:buSzPts val="7111"/>
              <a:buNone/>
              <a:defRPr sz="7111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rgbClr val="888888"/>
              </a:buClr>
              <a:buSzPts val="7111"/>
              <a:buNone/>
              <a:defRPr sz="7111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rgbClr val="888888"/>
              </a:buClr>
              <a:buSzPts val="7111"/>
              <a:buNone/>
              <a:defRPr sz="7111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11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61" name="Google Shape;61;p11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3017520" y="1752607"/>
            <a:ext cx="378561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19555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3017520" y="8763000"/>
            <a:ext cx="186537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2444"/>
            </a:lvl1pPr>
            <a:lvl2pPr indent="-38735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0666"/>
            </a:lvl2pPr>
            <a:lvl3pPr indent="-38735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888"/>
            </a:lvl3pPr>
            <a:lvl4pPr indent="-38735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4pPr>
            <a:lvl5pPr indent="-38735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66" name="Google Shape;66;p12"/>
          <p:cNvSpPr txBox="1"/>
          <p:nvPr>
            <p:ph idx="2" type="body"/>
          </p:nvPr>
        </p:nvSpPr>
        <p:spPr>
          <a:xfrm>
            <a:off x="22219920" y="8763000"/>
            <a:ext cx="186537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2444"/>
            </a:lvl1pPr>
            <a:lvl2pPr indent="-38735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0666"/>
            </a:lvl2pPr>
            <a:lvl3pPr indent="-38735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888"/>
            </a:lvl3pPr>
            <a:lvl4pPr indent="-38735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4pPr>
            <a:lvl5pPr indent="-38735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3023237" y="1752607"/>
            <a:ext cx="378561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19555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3023241" y="8069583"/>
            <a:ext cx="18567900" cy="3954600"/>
          </a:xfrm>
          <a:prstGeom prst="rect">
            <a:avLst/>
          </a:prstGeom>
          <a:noFill/>
          <a:ln>
            <a:noFill/>
          </a:ln>
        </p:spPr>
        <p:txBody>
          <a:bodyPr anchorCtr="0" anchor="b" bIns="63475" lIns="126975" spcFirstLastPara="1" rIns="126975" wrap="square" tIns="634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0667"/>
              <a:buNone/>
              <a:defRPr b="1" sz="10666"/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None/>
              <a:defRPr b="1" sz="8888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5pPr>
            <a:lvl6pPr indent="-22860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6pPr>
            <a:lvl7pPr indent="-22860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7pPr>
            <a:lvl8pPr indent="-22860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8pPr>
            <a:lvl9pPr indent="-22860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023241" y="12024360"/>
            <a:ext cx="18567900" cy="17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2444"/>
            </a:lvl1pPr>
            <a:lvl2pPr indent="-38735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0666"/>
            </a:lvl2pPr>
            <a:lvl3pPr indent="-38735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888"/>
            </a:lvl3pPr>
            <a:lvl4pPr indent="-38735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4pPr>
            <a:lvl5pPr indent="-38735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22219923" y="8069583"/>
            <a:ext cx="18659700" cy="3954600"/>
          </a:xfrm>
          <a:prstGeom prst="rect">
            <a:avLst/>
          </a:prstGeom>
          <a:noFill/>
          <a:ln>
            <a:noFill/>
          </a:ln>
        </p:spPr>
        <p:txBody>
          <a:bodyPr anchorCtr="0" anchor="b" bIns="63475" lIns="126975" spcFirstLastPara="1" rIns="126975" wrap="square" tIns="634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0667"/>
              <a:buNone/>
              <a:defRPr b="1" sz="10666"/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None/>
              <a:defRPr b="1" sz="8888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5pPr>
            <a:lvl6pPr indent="-22860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6pPr>
            <a:lvl7pPr indent="-22860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7pPr>
            <a:lvl8pPr indent="-22860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8pPr>
            <a:lvl9pPr indent="-22860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b="1" sz="7111"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22219923" y="12024360"/>
            <a:ext cx="18659700" cy="17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2444"/>
            </a:lvl1pPr>
            <a:lvl2pPr indent="-38735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0666"/>
            </a:lvl2pPr>
            <a:lvl3pPr indent="-38735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888"/>
            </a:lvl3pPr>
            <a:lvl4pPr indent="-38735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4pPr>
            <a:lvl5pPr indent="-38735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3017520" y="1752607"/>
            <a:ext cx="378561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19555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86" name="Google Shape;86;p15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023237" y="2194560"/>
            <a:ext cx="14156100" cy="76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22"/>
              <a:buFont typeface="Calibri"/>
              <a:buNone/>
              <a:defRPr sz="14222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18659477" y="4739648"/>
            <a:ext cx="2222010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1131711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4222"/>
              <a:buChar char="•"/>
              <a:defRPr sz="14222"/>
            </a:lvl1pPr>
            <a:lvl2pPr indent="-1018821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12444"/>
              <a:buChar char="•"/>
              <a:defRPr sz="12444"/>
            </a:lvl2pPr>
            <a:lvl3pPr indent="-905933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10667"/>
              <a:buChar char="•"/>
              <a:defRPr sz="10666"/>
            </a:lvl3pPr>
            <a:lvl4pPr indent="-793044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Char char="•"/>
              <a:defRPr sz="8888"/>
            </a:lvl4pPr>
            <a:lvl5pPr indent="-793044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Char char="•"/>
              <a:defRPr sz="8888"/>
            </a:lvl5pPr>
            <a:lvl6pPr indent="-793044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Char char="•"/>
              <a:defRPr sz="8888"/>
            </a:lvl6pPr>
            <a:lvl7pPr indent="-793044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Char char="•"/>
              <a:defRPr sz="8888"/>
            </a:lvl7pPr>
            <a:lvl8pPr indent="-793044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Char char="•"/>
              <a:defRPr sz="8888"/>
            </a:lvl8pPr>
            <a:lvl9pPr indent="-793044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Char char="•"/>
              <a:defRPr sz="8888"/>
            </a:lvl9pPr>
          </a:lstStyle>
          <a:p/>
        </p:txBody>
      </p:sp>
      <p:sp>
        <p:nvSpPr>
          <p:cNvPr id="91" name="Google Shape;91;p16"/>
          <p:cNvSpPr txBox="1"/>
          <p:nvPr>
            <p:ph idx="2" type="body"/>
          </p:nvPr>
        </p:nvSpPr>
        <p:spPr>
          <a:xfrm>
            <a:off x="3023237" y="9875520"/>
            <a:ext cx="141561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sz="7111"/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6222"/>
              <a:buNone/>
              <a:defRPr sz="6222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sz="5333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5pPr>
            <a:lvl6pPr indent="-22860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6pPr>
            <a:lvl7pPr indent="-22860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7pPr>
            <a:lvl8pPr indent="-22860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8pPr>
            <a:lvl9pPr indent="-22860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9pPr>
          </a:lstStyle>
          <a:p/>
        </p:txBody>
      </p:sp>
      <p:sp>
        <p:nvSpPr>
          <p:cNvPr id="92" name="Google Shape;92;p16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93" name="Google Shape;93;p16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023237" y="2194560"/>
            <a:ext cx="14156100" cy="76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22"/>
              <a:buFont typeface="Calibri"/>
              <a:buNone/>
              <a:defRPr sz="14222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97" name="Google Shape;97;p17"/>
          <p:cNvSpPr/>
          <p:nvPr>
            <p:ph idx="2" type="pic"/>
          </p:nvPr>
        </p:nvSpPr>
        <p:spPr>
          <a:xfrm>
            <a:off x="18659477" y="4739648"/>
            <a:ext cx="2222010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023237" y="9875520"/>
            <a:ext cx="141561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7111"/>
              <a:buNone/>
              <a:defRPr sz="7111"/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6222"/>
              <a:buNone/>
              <a:defRPr sz="6222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sz="5333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5pPr>
            <a:lvl6pPr indent="-22860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6pPr>
            <a:lvl7pPr indent="-22860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7pPr>
            <a:lvl8pPr indent="-22860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8pPr>
            <a:lvl9pPr indent="-22860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4444"/>
              <a:buNone/>
              <a:defRPr sz="4444"/>
            </a:lvl9pPr>
          </a:lstStyle>
          <a:p/>
        </p:txBody>
      </p:sp>
      <p:sp>
        <p:nvSpPr>
          <p:cNvPr id="99" name="Google Shape;99;p17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100" name="Google Shape;100;p17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017520" y="1752607"/>
            <a:ext cx="378561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19555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 rot="5400000">
            <a:off x="11502480" y="278100"/>
            <a:ext cx="20886300" cy="378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2444"/>
            </a:lvl1pPr>
            <a:lvl2pPr indent="-38735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0666"/>
            </a:lvl2pPr>
            <a:lvl3pPr indent="-38735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888"/>
            </a:lvl3pPr>
            <a:lvl4pPr indent="-38735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4pPr>
            <a:lvl5pPr indent="-38735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05" name="Google Shape;105;p18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 rot="5400000">
            <a:off x="22193133" y="10969050"/>
            <a:ext cx="27897000" cy="9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19555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 rot="5400000">
            <a:off x="2990703" y="1779300"/>
            <a:ext cx="27897000" cy="27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2444"/>
            </a:lvl1pPr>
            <a:lvl2pPr indent="-38735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10666"/>
            </a:lvl2pPr>
            <a:lvl3pPr indent="-38735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888"/>
            </a:lvl3pPr>
            <a:lvl4pPr indent="-38735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4pPr>
            <a:lvl5pPr indent="-38735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11" name="Google Shape;111;p19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112" name="Google Shape;112;p19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2pPr>
            <a:lvl3pPr lvl="2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3pPr>
            <a:lvl4pPr lvl="3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4pPr>
            <a:lvl5pPr lvl="4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5pPr>
            <a:lvl6pPr lvl="5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6pPr>
            <a:lvl7pPr lvl="6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7pPr>
            <a:lvl8pPr lvl="7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8pPr>
            <a:lvl9pPr lvl="8" algn="l">
              <a:spcBef>
                <a:spcPts val="0"/>
              </a:spcBef>
              <a:spcAft>
                <a:spcPts val="0"/>
              </a:spcAft>
              <a:buSzPts val="1944"/>
              <a:buNone/>
              <a:defRPr sz="8809"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5333"/>
            </a:lvl1pPr>
            <a:lvl2pPr indent="0" lvl="1" marL="0" algn="r">
              <a:spcBef>
                <a:spcPts val="0"/>
              </a:spcBef>
              <a:buNone/>
              <a:defRPr sz="5333"/>
            </a:lvl2pPr>
            <a:lvl3pPr indent="0" lvl="2" marL="0" algn="r">
              <a:spcBef>
                <a:spcPts val="0"/>
              </a:spcBef>
              <a:buNone/>
              <a:defRPr sz="5333"/>
            </a:lvl3pPr>
            <a:lvl4pPr indent="0" lvl="3" marL="0" algn="r">
              <a:spcBef>
                <a:spcPts val="0"/>
              </a:spcBef>
              <a:buNone/>
              <a:defRPr sz="5333"/>
            </a:lvl4pPr>
            <a:lvl5pPr indent="0" lvl="4" marL="0" algn="r">
              <a:spcBef>
                <a:spcPts val="0"/>
              </a:spcBef>
              <a:buNone/>
              <a:defRPr sz="5333"/>
            </a:lvl5pPr>
            <a:lvl6pPr indent="0" lvl="5" marL="0" algn="r">
              <a:spcBef>
                <a:spcPts val="0"/>
              </a:spcBef>
              <a:buNone/>
              <a:defRPr sz="5333"/>
            </a:lvl6pPr>
            <a:lvl7pPr indent="0" lvl="6" marL="0" algn="r">
              <a:spcBef>
                <a:spcPts val="0"/>
              </a:spcBef>
              <a:buNone/>
              <a:defRPr sz="5333"/>
            </a:lvl7pPr>
            <a:lvl8pPr indent="0" lvl="7" marL="0" algn="r">
              <a:spcBef>
                <a:spcPts val="0"/>
              </a:spcBef>
              <a:buNone/>
              <a:defRPr sz="5333"/>
            </a:lvl8pPr>
            <a:lvl9pPr indent="0" lvl="8" marL="0" algn="r">
              <a:spcBef>
                <a:spcPts val="0"/>
              </a:spcBef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ctrTitle"/>
          </p:nvPr>
        </p:nvSpPr>
        <p:spPr>
          <a:xfrm>
            <a:off x="1837425" y="13954088"/>
            <a:ext cx="40216500" cy="7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0" spcFirstLastPara="1" rIns="0" wrap="square" tIns="634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667"/>
              <a:buFont typeface="Calibri"/>
              <a:buNone/>
              <a:defRPr sz="14666">
                <a:solidFill>
                  <a:srgbClr val="F8F8F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39155" y="23002128"/>
            <a:ext cx="376128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4444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10667"/>
              <a:buNone/>
              <a:defRPr sz="10666"/>
            </a:lvl2pPr>
            <a:lvl3pPr indent="-228600" lvl="2" marL="1371600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None/>
              <a:defRPr sz="8888"/>
            </a:lvl3pPr>
            <a:lvl4pPr indent="-228600" lvl="3" marL="1828800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/>
            </a:lvl4pPr>
            <a:lvl5pPr indent="-228600" lvl="4" marL="2286000" algn="ctr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cxnSp>
        <p:nvCxnSpPr>
          <p:cNvPr id="117" name="Google Shape;117;p20"/>
          <p:cNvCxnSpPr/>
          <p:nvPr/>
        </p:nvCxnSpPr>
        <p:spPr>
          <a:xfrm>
            <a:off x="3291840" y="30225788"/>
            <a:ext cx="37307700" cy="0"/>
          </a:xfrm>
          <a:prstGeom prst="straightConnector1">
            <a:avLst/>
          </a:prstGeom>
          <a:noFill/>
          <a:ln cap="flat" cmpd="sng" w="132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28002327" y="31601664"/>
            <a:ext cx="11970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lt1"/>
              </a:buClr>
              <a:buSzPts val="1501"/>
              <a:buNone/>
              <a:defRPr sz="150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7679" r="7679" t="0"/>
          <a:stretch/>
        </p:blipFill>
        <p:spPr>
          <a:xfrm>
            <a:off x="3398455" y="2299464"/>
            <a:ext cx="4531488" cy="54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69879" y="3066893"/>
            <a:ext cx="2424220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2924" y="8263071"/>
            <a:ext cx="14185355" cy="3203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1"/>
          <p:cNvPicPr preferRelativeResize="0"/>
          <p:nvPr/>
        </p:nvPicPr>
        <p:blipFill rotWithShape="1">
          <a:blip r:embed="rId3">
            <a:alphaModFix/>
          </a:blip>
          <a:srcRect b="26090" l="19015" r="21170" t="1"/>
          <a:stretch/>
        </p:blipFill>
        <p:spPr>
          <a:xfrm>
            <a:off x="3066396" y="65073"/>
            <a:ext cx="1691040" cy="2141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1607" y="31266576"/>
            <a:ext cx="9217152" cy="25487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>
            <p:ph type="title"/>
          </p:nvPr>
        </p:nvSpPr>
        <p:spPr>
          <a:xfrm>
            <a:off x="8433263" y="9138554"/>
            <a:ext cx="26978700" cy="139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667"/>
              <a:buFont typeface="Calibri"/>
              <a:buNone/>
              <a:defRPr sz="14666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cxnSp>
        <p:nvCxnSpPr>
          <p:cNvPr id="126" name="Google Shape;126;p21"/>
          <p:cNvCxnSpPr/>
          <p:nvPr/>
        </p:nvCxnSpPr>
        <p:spPr>
          <a:xfrm>
            <a:off x="12668601" y="31377543"/>
            <a:ext cx="28149600" cy="0"/>
          </a:xfrm>
          <a:prstGeom prst="straightConnector1">
            <a:avLst/>
          </a:prstGeom>
          <a:noFill/>
          <a:ln cap="flat" cmpd="sng" w="13225">
            <a:solidFill>
              <a:srgbClr val="CBCCC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21"/>
          <p:cNvCxnSpPr/>
          <p:nvPr/>
        </p:nvCxnSpPr>
        <p:spPr>
          <a:xfrm>
            <a:off x="3291840" y="2401767"/>
            <a:ext cx="37307700" cy="0"/>
          </a:xfrm>
          <a:prstGeom prst="straightConnector1">
            <a:avLst/>
          </a:prstGeom>
          <a:noFill/>
          <a:ln cap="flat" cmpd="sng" w="13225">
            <a:solidFill>
              <a:srgbClr val="CBCCC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28296980" y="31781114"/>
            <a:ext cx="11970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lt1"/>
              </a:buClr>
              <a:buSzPts val="1501"/>
              <a:buNone/>
              <a:defRPr sz="150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29" name="Google Shape;129;p21"/>
          <p:cNvSpPr txBox="1"/>
          <p:nvPr/>
        </p:nvSpPr>
        <p:spPr>
          <a:xfrm>
            <a:off x="39909645" y="31696757"/>
            <a:ext cx="1258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89417" y="956208"/>
            <a:ext cx="2609942" cy="58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 rotWithShape="1">
          <a:blip r:embed="rId6">
            <a:alphaModFix/>
          </a:blip>
          <a:srcRect b="19788" l="0" r="0" t="0"/>
          <a:stretch/>
        </p:blipFill>
        <p:spPr>
          <a:xfrm>
            <a:off x="5214011" y="312016"/>
            <a:ext cx="1293009" cy="187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22"/>
          <p:cNvCxnSpPr/>
          <p:nvPr/>
        </p:nvCxnSpPr>
        <p:spPr>
          <a:xfrm>
            <a:off x="3291840" y="2401623"/>
            <a:ext cx="373077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22"/>
          <p:cNvCxnSpPr/>
          <p:nvPr/>
        </p:nvCxnSpPr>
        <p:spPr>
          <a:xfrm>
            <a:off x="12668601" y="31377543"/>
            <a:ext cx="281496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5" name="Google Shape;13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1604" y="31266576"/>
            <a:ext cx="9217153" cy="25487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28296980" y="31781114"/>
            <a:ext cx="11970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37" name="Google Shape;137;p22"/>
          <p:cNvSpPr txBox="1"/>
          <p:nvPr/>
        </p:nvSpPr>
        <p:spPr>
          <a:xfrm>
            <a:off x="39909645" y="31696757"/>
            <a:ext cx="1258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3017520" y="2942229"/>
            <a:ext cx="37856100" cy="29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3">
            <a:alphaModFix/>
          </a:blip>
          <a:srcRect b="19869" l="15574" r="15790" t="0"/>
          <a:stretch/>
        </p:blipFill>
        <p:spPr>
          <a:xfrm>
            <a:off x="5350573" y="342024"/>
            <a:ext cx="1019875" cy="1847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 rotWithShape="1">
          <a:blip r:embed="rId4">
            <a:alphaModFix/>
          </a:blip>
          <a:srcRect b="12697" l="14497" r="15924" t="0"/>
          <a:stretch/>
        </p:blipFill>
        <p:spPr>
          <a:xfrm>
            <a:off x="3173088" y="342023"/>
            <a:ext cx="1472507" cy="178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89417" y="950768"/>
            <a:ext cx="2609943" cy="600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23"/>
          <p:cNvCxnSpPr/>
          <p:nvPr/>
        </p:nvCxnSpPr>
        <p:spPr>
          <a:xfrm>
            <a:off x="12668601" y="31377543"/>
            <a:ext cx="281496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23"/>
          <p:cNvCxnSpPr/>
          <p:nvPr/>
        </p:nvCxnSpPr>
        <p:spPr>
          <a:xfrm>
            <a:off x="3291840" y="2401623"/>
            <a:ext cx="373077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5" name="Google Shape;14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1604" y="31266576"/>
            <a:ext cx="9217153" cy="25487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28296980" y="31781114"/>
            <a:ext cx="11970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47" name="Google Shape;147;p23"/>
          <p:cNvSpPr txBox="1"/>
          <p:nvPr/>
        </p:nvSpPr>
        <p:spPr>
          <a:xfrm>
            <a:off x="39909645" y="31696757"/>
            <a:ext cx="1258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 rotWithShape="1">
          <a:blip r:embed="rId3">
            <a:alphaModFix/>
          </a:blip>
          <a:srcRect b="19869" l="15574" r="15790" t="0"/>
          <a:stretch/>
        </p:blipFill>
        <p:spPr>
          <a:xfrm>
            <a:off x="5350573" y="342024"/>
            <a:ext cx="1019875" cy="1847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 rotWithShape="1">
          <a:blip r:embed="rId4">
            <a:alphaModFix/>
          </a:blip>
          <a:srcRect b="12697" l="14497" r="15924" t="0"/>
          <a:stretch/>
        </p:blipFill>
        <p:spPr>
          <a:xfrm>
            <a:off x="3173088" y="342023"/>
            <a:ext cx="1472507" cy="178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89417" y="950768"/>
            <a:ext cx="2609943" cy="600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4"/>
          <p:cNvPicPr preferRelativeResize="0"/>
          <p:nvPr/>
        </p:nvPicPr>
        <p:blipFill rotWithShape="1">
          <a:blip r:embed="rId2">
            <a:alphaModFix/>
          </a:blip>
          <a:srcRect b="19869" l="15574" r="15790" t="0"/>
          <a:stretch/>
        </p:blipFill>
        <p:spPr>
          <a:xfrm>
            <a:off x="5350573" y="342024"/>
            <a:ext cx="1019875" cy="184776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>
            <p:ph type="title"/>
          </p:nvPr>
        </p:nvSpPr>
        <p:spPr>
          <a:xfrm>
            <a:off x="3017520" y="2875779"/>
            <a:ext cx="37856100" cy="30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017520" y="6409999"/>
            <a:ext cx="37856100" cy="24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651933" lvl="0" marL="45720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6667"/>
              <a:buChar char="•"/>
              <a:defRPr sz="6666"/>
            </a:lvl1pPr>
            <a:lvl2pPr indent="-567266" lvl="1" marL="9144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2pPr>
            <a:lvl3pPr indent="-567266" lvl="2" marL="13716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3pPr>
            <a:lvl4pPr indent="-567266" lvl="3" marL="18288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4pPr>
            <a:lvl5pPr indent="-567266" lvl="4" marL="22860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cxnSp>
        <p:nvCxnSpPr>
          <p:cNvPr id="155" name="Google Shape;155;p24"/>
          <p:cNvCxnSpPr/>
          <p:nvPr/>
        </p:nvCxnSpPr>
        <p:spPr>
          <a:xfrm>
            <a:off x="3291840" y="2401623"/>
            <a:ext cx="373077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" name="Google Shape;156;p24"/>
          <p:cNvCxnSpPr/>
          <p:nvPr/>
        </p:nvCxnSpPr>
        <p:spPr>
          <a:xfrm>
            <a:off x="12668601" y="31377543"/>
            <a:ext cx="281496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7" name="Google Shape;1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1604" y="31266576"/>
            <a:ext cx="9217153" cy="25487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 txBox="1"/>
          <p:nvPr>
            <p:ph idx="2" type="body"/>
          </p:nvPr>
        </p:nvSpPr>
        <p:spPr>
          <a:xfrm>
            <a:off x="28296980" y="31781114"/>
            <a:ext cx="11970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59" name="Google Shape;159;p24"/>
          <p:cNvSpPr txBox="1"/>
          <p:nvPr/>
        </p:nvSpPr>
        <p:spPr>
          <a:xfrm>
            <a:off x="39909645" y="31696757"/>
            <a:ext cx="1258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4"/>
          <p:cNvPicPr preferRelativeResize="0"/>
          <p:nvPr/>
        </p:nvPicPr>
        <p:blipFill rotWithShape="1">
          <a:blip r:embed="rId4">
            <a:alphaModFix/>
          </a:blip>
          <a:srcRect b="12697" l="14497" r="15924" t="0"/>
          <a:stretch/>
        </p:blipFill>
        <p:spPr>
          <a:xfrm>
            <a:off x="3173088" y="342023"/>
            <a:ext cx="1472507" cy="178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89417" y="950768"/>
            <a:ext cx="2609943" cy="600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">
  <p:cSld name="Content with Pictur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017520" y="2942229"/>
            <a:ext cx="37856100" cy="29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3017525" y="6410007"/>
            <a:ext cx="18775500" cy="21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651933" lvl="0" marL="45720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6667"/>
              <a:buChar char="•"/>
              <a:defRPr sz="6666"/>
            </a:lvl1pPr>
            <a:lvl2pPr indent="-905933" lvl="1" marL="9144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10667"/>
              <a:buChar char="•"/>
              <a:defRPr sz="10666"/>
            </a:lvl2pPr>
            <a:lvl3pPr indent="-793044" lvl="2" marL="13716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Char char="•"/>
              <a:defRPr sz="8888"/>
            </a:lvl3pPr>
            <a:lvl4pPr indent="-736600" lvl="3" marL="18288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4pPr>
            <a:lvl5pPr indent="-736600" lvl="4" marL="22860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65" name="Google Shape;165;p25"/>
          <p:cNvSpPr/>
          <p:nvPr>
            <p:ph idx="2" type="pic"/>
          </p:nvPr>
        </p:nvSpPr>
        <p:spPr>
          <a:xfrm>
            <a:off x="22631404" y="6410008"/>
            <a:ext cx="18242400" cy="17685900"/>
          </a:xfrm>
          <a:prstGeom prst="rect">
            <a:avLst/>
          </a:prstGeom>
          <a:solidFill>
            <a:schemeClr val="lt2"/>
          </a:solidFill>
          <a:ln cap="flat" cmpd="sng" w="13225">
            <a:solidFill>
              <a:srgbClr val="595A59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66" name="Google Shape;166;p25"/>
          <p:cNvCxnSpPr/>
          <p:nvPr/>
        </p:nvCxnSpPr>
        <p:spPr>
          <a:xfrm>
            <a:off x="3291840" y="2401623"/>
            <a:ext cx="373077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" name="Google Shape;167;p25"/>
          <p:cNvCxnSpPr/>
          <p:nvPr/>
        </p:nvCxnSpPr>
        <p:spPr>
          <a:xfrm>
            <a:off x="12668601" y="31377543"/>
            <a:ext cx="281496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8" name="Google Shape;16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1604" y="31266576"/>
            <a:ext cx="9217153" cy="25487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>
            <p:ph idx="3" type="body"/>
          </p:nvPr>
        </p:nvSpPr>
        <p:spPr>
          <a:xfrm>
            <a:off x="28296980" y="31781114"/>
            <a:ext cx="11970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70" name="Google Shape;170;p25"/>
          <p:cNvSpPr txBox="1"/>
          <p:nvPr/>
        </p:nvSpPr>
        <p:spPr>
          <a:xfrm>
            <a:off x="39909645" y="31696757"/>
            <a:ext cx="1258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 rotWithShape="1">
          <a:blip r:embed="rId3">
            <a:alphaModFix/>
          </a:blip>
          <a:srcRect b="19869" l="15574" r="15790" t="0"/>
          <a:stretch/>
        </p:blipFill>
        <p:spPr>
          <a:xfrm>
            <a:off x="5350573" y="342024"/>
            <a:ext cx="1019875" cy="1847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 rotWithShape="1">
          <a:blip r:embed="rId4">
            <a:alphaModFix/>
          </a:blip>
          <a:srcRect b="12697" l="14497" r="15924" t="0"/>
          <a:stretch/>
        </p:blipFill>
        <p:spPr>
          <a:xfrm>
            <a:off x="3173088" y="342023"/>
            <a:ext cx="1472507" cy="178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89417" y="950768"/>
            <a:ext cx="2609943" cy="600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3023244" y="6188652"/>
            <a:ext cx="185679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b" bIns="63475" lIns="126975" spcFirstLastPara="1" rIns="126975" wrap="square" tIns="634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rgbClr val="00BCE4"/>
              </a:buClr>
              <a:buSzPts val="4000"/>
              <a:buNone/>
              <a:defRPr b="1" sz="4000">
                <a:solidFill>
                  <a:srgbClr val="00BCE4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  <a:defRPr b="1" sz="6666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5pPr>
            <a:lvl6pPr indent="-22860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6pPr>
            <a:lvl7pPr indent="-22860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7pPr>
            <a:lvl8pPr indent="-22860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8pPr>
            <a:lvl9pPr indent="-22860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9pPr>
          </a:lstStyle>
          <a:p/>
        </p:txBody>
      </p:sp>
      <p:sp>
        <p:nvSpPr>
          <p:cNvPr id="176" name="Google Shape;176;p26"/>
          <p:cNvSpPr txBox="1"/>
          <p:nvPr>
            <p:ph idx="2" type="body"/>
          </p:nvPr>
        </p:nvSpPr>
        <p:spPr>
          <a:xfrm>
            <a:off x="3023244" y="7896504"/>
            <a:ext cx="18567900" cy="224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651933" lvl="0" marL="45720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6667"/>
              <a:buChar char="•"/>
              <a:defRPr sz="6666"/>
            </a:lvl1pPr>
            <a:lvl2pPr indent="-567266" lvl="1" marL="9144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2pPr>
            <a:lvl3pPr indent="-567266" lvl="2" marL="13716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3pPr>
            <a:lvl4pPr indent="-567266" lvl="3" marL="18288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4pPr>
            <a:lvl5pPr indent="-567266" lvl="4" marL="22860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77" name="Google Shape;177;p26"/>
          <p:cNvSpPr txBox="1"/>
          <p:nvPr>
            <p:ph idx="3" type="body"/>
          </p:nvPr>
        </p:nvSpPr>
        <p:spPr>
          <a:xfrm>
            <a:off x="22219924" y="6188645"/>
            <a:ext cx="186597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b" bIns="63475" lIns="126975" spcFirstLastPara="1" rIns="126975" wrap="square" tIns="634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rgbClr val="00BCE4"/>
              </a:buClr>
              <a:buSzPts val="4000"/>
              <a:buNone/>
              <a:defRPr b="1" sz="4000">
                <a:solidFill>
                  <a:srgbClr val="00BCE4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  <a:defRPr b="1" sz="6666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5pPr>
            <a:lvl6pPr indent="-22860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6pPr>
            <a:lvl7pPr indent="-22860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7pPr>
            <a:lvl8pPr indent="-22860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8pPr>
            <a:lvl9pPr indent="-22860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None/>
              <a:defRPr b="1" sz="5333"/>
            </a:lvl9pPr>
          </a:lstStyle>
          <a:p/>
        </p:txBody>
      </p:sp>
      <p:sp>
        <p:nvSpPr>
          <p:cNvPr id="178" name="Google Shape;178;p26"/>
          <p:cNvSpPr txBox="1"/>
          <p:nvPr>
            <p:ph idx="4" type="body"/>
          </p:nvPr>
        </p:nvSpPr>
        <p:spPr>
          <a:xfrm>
            <a:off x="22219924" y="7896504"/>
            <a:ext cx="18659700" cy="224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651933" lvl="0" marL="45720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6667"/>
              <a:buChar char="•"/>
              <a:defRPr sz="6666"/>
            </a:lvl1pPr>
            <a:lvl2pPr indent="-567266" lvl="1" marL="9144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2pPr>
            <a:lvl3pPr indent="-567266" lvl="2" marL="13716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3pPr>
            <a:lvl4pPr indent="-567266" lvl="3" marL="18288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4pPr>
            <a:lvl5pPr indent="-567266" lvl="4" marL="2286000" algn="l">
              <a:lnSpc>
                <a:spcPct val="10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5333"/>
              <a:buChar char="•"/>
              <a:defRPr sz="5333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79" name="Google Shape;179;p26"/>
          <p:cNvSpPr txBox="1"/>
          <p:nvPr>
            <p:ph type="title"/>
          </p:nvPr>
        </p:nvSpPr>
        <p:spPr>
          <a:xfrm>
            <a:off x="3017520" y="2637069"/>
            <a:ext cx="37856100" cy="35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cxnSp>
        <p:nvCxnSpPr>
          <p:cNvPr id="180" name="Google Shape;180;p26"/>
          <p:cNvCxnSpPr/>
          <p:nvPr/>
        </p:nvCxnSpPr>
        <p:spPr>
          <a:xfrm>
            <a:off x="3291840" y="2401623"/>
            <a:ext cx="373077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26"/>
          <p:cNvCxnSpPr/>
          <p:nvPr/>
        </p:nvCxnSpPr>
        <p:spPr>
          <a:xfrm>
            <a:off x="12668601" y="31377543"/>
            <a:ext cx="28149600" cy="0"/>
          </a:xfrm>
          <a:prstGeom prst="straightConnector1">
            <a:avLst/>
          </a:prstGeom>
          <a:noFill/>
          <a:ln cap="flat" cmpd="sng" w="13225">
            <a:solidFill>
              <a:srgbClr val="595A5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2" name="Google Shape;18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1604" y="31266576"/>
            <a:ext cx="9217153" cy="254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>
            <p:ph idx="5" type="body"/>
          </p:nvPr>
        </p:nvSpPr>
        <p:spPr>
          <a:xfrm>
            <a:off x="28296980" y="31781114"/>
            <a:ext cx="11970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501"/>
              <a:buNone/>
              <a:defRPr sz="1501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84" name="Google Shape;184;p26"/>
          <p:cNvSpPr txBox="1"/>
          <p:nvPr/>
        </p:nvSpPr>
        <p:spPr>
          <a:xfrm>
            <a:off x="39909645" y="31696757"/>
            <a:ext cx="1258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 b="19869" l="15574" r="15790" t="0"/>
          <a:stretch/>
        </p:blipFill>
        <p:spPr>
          <a:xfrm>
            <a:off x="5350573" y="342024"/>
            <a:ext cx="1019875" cy="1847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/>
          <p:cNvPicPr preferRelativeResize="0"/>
          <p:nvPr/>
        </p:nvPicPr>
        <p:blipFill rotWithShape="1">
          <a:blip r:embed="rId4">
            <a:alphaModFix/>
          </a:blip>
          <a:srcRect b="12697" l="14497" r="15924" t="0"/>
          <a:stretch/>
        </p:blipFill>
        <p:spPr>
          <a:xfrm>
            <a:off x="3173088" y="342023"/>
            <a:ext cx="1472507" cy="178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89417" y="950768"/>
            <a:ext cx="2609943" cy="600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8433263" y="9138564"/>
            <a:ext cx="26978700" cy="136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667"/>
              <a:buFont typeface="Calibri"/>
              <a:buNone/>
              <a:defRPr sz="14666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cxnSp>
        <p:nvCxnSpPr>
          <p:cNvPr id="190" name="Google Shape;190;p27"/>
          <p:cNvCxnSpPr/>
          <p:nvPr/>
        </p:nvCxnSpPr>
        <p:spPr>
          <a:xfrm>
            <a:off x="12668601" y="31377543"/>
            <a:ext cx="28149600" cy="0"/>
          </a:xfrm>
          <a:prstGeom prst="straightConnector1">
            <a:avLst/>
          </a:prstGeom>
          <a:noFill/>
          <a:ln cap="flat" cmpd="sng" w="13225">
            <a:solidFill>
              <a:srgbClr val="CBCCC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27"/>
          <p:cNvCxnSpPr/>
          <p:nvPr/>
        </p:nvCxnSpPr>
        <p:spPr>
          <a:xfrm>
            <a:off x="3291840" y="2401767"/>
            <a:ext cx="37307700" cy="0"/>
          </a:xfrm>
          <a:prstGeom prst="straightConnector1">
            <a:avLst/>
          </a:prstGeom>
          <a:noFill/>
          <a:ln cap="flat" cmpd="sng" w="13225">
            <a:solidFill>
              <a:srgbClr val="CBCCC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2" name="Google Shape;1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1607" y="31266576"/>
            <a:ext cx="9217152" cy="25487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28296980" y="31781114"/>
            <a:ext cx="11970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lt1"/>
              </a:buClr>
              <a:buSzPts val="1501"/>
              <a:buNone/>
              <a:defRPr sz="150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2pPr>
            <a:lvl3pPr indent="-228600" lvl="2" marL="1371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3pPr>
            <a:lvl4pPr indent="-228600" lvl="3" marL="1828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4pPr>
            <a:lvl5pPr indent="-228600" lvl="4" marL="22860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1"/>
              <a:buNone/>
              <a:defRPr sz="2501"/>
            </a:lvl5pPr>
            <a:lvl6pPr indent="-387350" lvl="5" marL="27432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6pPr>
            <a:lvl7pPr indent="-387350" lvl="6" marL="32004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7pPr>
            <a:lvl8pPr indent="-387350" lvl="7" marL="36576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8pPr>
            <a:lvl9pPr indent="-387350" lvl="8" marL="411480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8000"/>
            </a:lvl9pPr>
          </a:lstStyle>
          <a:p/>
        </p:txBody>
      </p:sp>
      <p:sp>
        <p:nvSpPr>
          <p:cNvPr id="194" name="Google Shape;194;p27"/>
          <p:cNvSpPr txBox="1"/>
          <p:nvPr/>
        </p:nvSpPr>
        <p:spPr>
          <a:xfrm>
            <a:off x="39909645" y="31696757"/>
            <a:ext cx="12588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7"/>
          <p:cNvPicPr preferRelativeResize="0"/>
          <p:nvPr/>
        </p:nvPicPr>
        <p:blipFill rotWithShape="1">
          <a:blip r:embed="rId4">
            <a:alphaModFix/>
          </a:blip>
          <a:srcRect b="26090" l="19015" r="21170" t="1"/>
          <a:stretch/>
        </p:blipFill>
        <p:spPr>
          <a:xfrm>
            <a:off x="3066396" y="65073"/>
            <a:ext cx="1691040" cy="2141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89417" y="956208"/>
            <a:ext cx="2609942" cy="58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 rotWithShape="1">
          <a:blip r:embed="rId6">
            <a:alphaModFix/>
          </a:blip>
          <a:srcRect b="19788" l="0" r="0" t="0"/>
          <a:stretch/>
        </p:blipFill>
        <p:spPr>
          <a:xfrm>
            <a:off x="5214011" y="312016"/>
            <a:ext cx="1293009" cy="187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7.xml"/><Relationship Id="rId19" Type="http://schemas.openxmlformats.org/officeDocument/2006/relationships/slideLayout" Target="../slideLayouts/slideLayout21.xml"/><Relationship Id="rId6" Type="http://schemas.openxmlformats.org/officeDocument/2006/relationships/slideLayout" Target="../slideLayouts/slideLayout8.xml"/><Relationship Id="rId1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-45720" y="-34288"/>
            <a:ext cx="43982640" cy="499872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94312F">
                  <a:alpha val="44705"/>
                </a:srgbClr>
              </a:gs>
              <a:gs pos="100000">
                <a:srgbClr val="94C03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209000" lIns="417975" spcFirstLastPara="1" rIns="417975" wrap="square" tIns="20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2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"/>
          <p:cNvSpPr/>
          <p:nvPr/>
        </p:nvSpPr>
        <p:spPr>
          <a:xfrm>
            <a:off x="21031200" y="-34289"/>
            <a:ext cx="22860000" cy="3063240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49235">
                  <a:alpha val="29803"/>
                </a:srgbClr>
              </a:gs>
              <a:gs pos="80000">
                <a:srgbClr val="BC322E">
                  <a:alpha val="44705"/>
                </a:srgbClr>
              </a:gs>
              <a:gs pos="100000">
                <a:srgbClr val="BC322E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209000" lIns="417975" spcFirstLastPara="1" rIns="417975" wrap="square" tIns="20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2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"/>
          <p:cNvSpPr txBox="1"/>
          <p:nvPr>
            <p:ph type="title"/>
          </p:nvPr>
        </p:nvSpPr>
        <p:spPr>
          <a:xfrm>
            <a:off x="2194560" y="3379621"/>
            <a:ext cx="395019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2612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88"/>
              <a:buFont typeface="Tahoma"/>
              <a:buNone/>
              <a:defRPr b="0" i="0" sz="22887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13" name="Google Shape;13;p4"/>
          <p:cNvSpPr txBox="1"/>
          <p:nvPr>
            <p:ph idx="1" type="body"/>
          </p:nvPr>
        </p:nvSpPr>
        <p:spPr>
          <a:xfrm>
            <a:off x="2194560" y="9290304"/>
            <a:ext cx="39501900" cy="210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25" lIns="522475" spcFirstLastPara="1" rIns="522475" wrap="square" tIns="261225">
            <a:normAutofit/>
          </a:bodyPr>
          <a:lstStyle>
            <a:lvl1pPr indent="-945796" lvl="0" marL="457200" marR="0" rtl="0" algn="l">
              <a:spcBef>
                <a:spcPts val="2378"/>
              </a:spcBef>
              <a:spcAft>
                <a:spcPts val="0"/>
              </a:spcAft>
              <a:buClr>
                <a:schemeClr val="accent3"/>
              </a:buClr>
              <a:buSzPts val="11294"/>
              <a:buFont typeface="Noto Sans Symbols"/>
              <a:buChar char="⚫"/>
              <a:defRPr b="0" i="0" sz="11888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822325" lvl="1" marL="914400" marR="0" rtl="0" algn="l">
              <a:spcBef>
                <a:spcPts val="2200"/>
              </a:spcBef>
              <a:spcAft>
                <a:spcPts val="0"/>
              </a:spcAft>
              <a:buClr>
                <a:schemeClr val="accent1"/>
              </a:buClr>
              <a:buSzPts val="9350"/>
              <a:buFont typeface="Noto Sans Symbols"/>
              <a:buChar char="⚫"/>
              <a:defRPr b="0" i="0" sz="1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658283" lvl="2" marL="1371600" marR="0" rtl="0" algn="l">
              <a:spcBef>
                <a:spcPts val="1933"/>
              </a:spcBef>
              <a:spcAft>
                <a:spcPts val="0"/>
              </a:spcAft>
              <a:buClr>
                <a:schemeClr val="accent2"/>
              </a:buClr>
              <a:buSzPts val="6767"/>
              <a:buFont typeface="Noto Sans Symbols"/>
              <a:buChar char="⚫"/>
              <a:defRPr b="0" i="0" sz="9666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604660" lvl="3" marL="1828800" marR="0" rtl="0" algn="l">
              <a:spcBef>
                <a:spcPts val="1822"/>
              </a:spcBef>
              <a:spcAft>
                <a:spcPts val="0"/>
              </a:spcAft>
              <a:buClr>
                <a:schemeClr val="accent3"/>
              </a:buClr>
              <a:buSzPts val="5922"/>
              <a:buFont typeface="Noto Sans Symbols"/>
              <a:buChar char="⚫"/>
              <a:defRPr b="0" i="0" sz="9111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604660" lvl="4" marL="2286000" marR="0" rtl="0" algn="l">
              <a:spcBef>
                <a:spcPts val="1822"/>
              </a:spcBef>
              <a:spcAft>
                <a:spcPts val="0"/>
              </a:spcAft>
              <a:buClr>
                <a:schemeClr val="accent4"/>
              </a:buClr>
              <a:buSzPts val="5922"/>
              <a:buFont typeface="Noto Sans Symbols"/>
              <a:buChar char="⚫"/>
              <a:defRPr b="0" i="0" sz="9111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646289" lvl="5" marL="2743200" marR="0" rtl="0" algn="l">
              <a:spcBef>
                <a:spcPts val="1644"/>
              </a:spcBef>
              <a:spcAft>
                <a:spcPts val="0"/>
              </a:spcAft>
              <a:buClr>
                <a:schemeClr val="accent5"/>
              </a:buClr>
              <a:buSzPts val="6578"/>
              <a:buFont typeface="Noto Sans Symbols"/>
              <a:buChar char="⚫"/>
              <a:defRPr b="0" i="0" sz="82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601133" lvl="6" marL="3200400" marR="0" rtl="0" algn="l">
              <a:spcBef>
                <a:spcPts val="1467"/>
              </a:spcBef>
              <a:spcAft>
                <a:spcPts val="0"/>
              </a:spcAft>
              <a:buClr>
                <a:schemeClr val="accent6"/>
              </a:buClr>
              <a:buSzPts val="5867"/>
              <a:buFont typeface="Noto Sans Symbols"/>
              <a:buChar char="⚫"/>
              <a:defRPr b="0" i="0" sz="7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694266" lvl="7" marL="3657600" marR="0" rtl="0" algn="l">
              <a:spcBef>
                <a:spcPts val="1467"/>
              </a:spcBef>
              <a:spcAft>
                <a:spcPts val="0"/>
              </a:spcAft>
              <a:buClr>
                <a:schemeClr val="dk2"/>
              </a:buClr>
              <a:buSzPts val="7333"/>
              <a:buFont typeface="Arial"/>
              <a:buChar char="•"/>
              <a:defRPr b="0" i="0" sz="7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630766" lvl="8" marL="4114800" marR="0" rtl="0" algn="l">
              <a:spcBef>
                <a:spcPts val="1267"/>
              </a:spcBef>
              <a:spcAft>
                <a:spcPts val="0"/>
              </a:spcAft>
              <a:buClr>
                <a:schemeClr val="dk2"/>
              </a:buClr>
              <a:buSzPts val="6333"/>
              <a:buFont typeface="Arial"/>
              <a:buChar char="•"/>
              <a:defRPr b="0" i="0" sz="6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4" name="Google Shape;14;p4"/>
          <p:cNvGrpSpPr/>
          <p:nvPr/>
        </p:nvGrpSpPr>
        <p:grpSpPr>
          <a:xfrm>
            <a:off x="-140611" y="-77342"/>
            <a:ext cx="44151624" cy="5214078"/>
            <a:chOff x="-29322" y="-1971"/>
            <a:chExt cx="9198255" cy="1086266"/>
          </a:xfrm>
        </p:grpSpPr>
        <p:sp>
          <p:nvSpPr>
            <p:cNvPr id="15" name="Google Shape;15;p4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4975">
              <a:solidFill>
                <a:srgbClr val="88A4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3475" lIns="126975" spcFirstLastPara="1" rIns="126975" wrap="square" tIns="63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2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132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3475" lIns="126975" spcFirstLastPara="1" rIns="126975" wrap="square" tIns="63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2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4"/>
          <p:cNvSpPr/>
          <p:nvPr/>
        </p:nvSpPr>
        <p:spPr>
          <a:xfrm rot="10800000">
            <a:off x="-91440" y="27919680"/>
            <a:ext cx="43982640" cy="499872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94312F">
                  <a:alpha val="44705"/>
                </a:srgbClr>
              </a:gs>
              <a:gs pos="100000">
                <a:srgbClr val="94C03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209000" lIns="417975" spcFirstLastPara="1" rIns="417975" wrap="square" tIns="20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2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/>
          <p:nvPr/>
        </p:nvSpPr>
        <p:spPr>
          <a:xfrm rot="10800000">
            <a:off x="0" y="29855163"/>
            <a:ext cx="22860000" cy="3063240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49235">
                  <a:alpha val="29803"/>
                </a:srgbClr>
              </a:gs>
              <a:gs pos="80000">
                <a:srgbClr val="BC322E">
                  <a:alpha val="44705"/>
                </a:srgbClr>
              </a:gs>
              <a:gs pos="100000">
                <a:srgbClr val="BC322E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209000" lIns="417975" spcFirstLastPara="1" rIns="417975" wrap="square" tIns="20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2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4"/>
          <p:cNvGrpSpPr/>
          <p:nvPr/>
        </p:nvGrpSpPr>
        <p:grpSpPr>
          <a:xfrm>
            <a:off x="682190" y="28211900"/>
            <a:ext cx="44151624" cy="5214078"/>
            <a:chOff x="-29322" y="-1971"/>
            <a:chExt cx="9198255" cy="1086266"/>
          </a:xfrm>
        </p:grpSpPr>
        <p:sp>
          <p:nvSpPr>
            <p:cNvPr id="20" name="Google Shape;20;p4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4975">
              <a:solidFill>
                <a:srgbClr val="88A4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3475" lIns="126975" spcFirstLastPara="1" rIns="126975" wrap="square" tIns="63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2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132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3475" lIns="126975" spcFirstLastPara="1" rIns="126975" wrap="square" tIns="63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2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017520" y="1752607"/>
            <a:ext cx="378561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56"/>
              <a:buFont typeface="Calibri"/>
              <a:buNone/>
              <a:defRPr b="0" i="0" sz="195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1944"/>
              <a:buNone/>
              <a:defRPr sz="2500"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017520" y="8763000"/>
            <a:ext cx="378561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>
            <a:lvl1pPr indent="-1018821" lvl="0" marL="457200" marR="0" rtl="0" algn="l">
              <a:lnSpc>
                <a:spcPct val="9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12444"/>
              <a:buFont typeface="Arial"/>
              <a:buChar char="•"/>
              <a:defRPr b="0" i="0" sz="1244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05933" lvl="1" marL="914400" marR="0" rtl="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10667"/>
              <a:buFont typeface="Arial"/>
              <a:buChar char="•"/>
              <a:defRPr b="0" i="0" sz="106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93044" lvl="2" marL="1371600" marR="0" rtl="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889"/>
              <a:buFont typeface="Arial"/>
              <a:buChar char="•"/>
              <a:defRPr b="0" i="0" sz="88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36600" lvl="3" marL="1828800" marR="0" rtl="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36600" lvl="4" marL="2286000" marR="0" rtl="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36600" lvl="5" marL="2743200" marR="0" rtl="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36600" lvl="6" marL="3200400" marR="0" rtl="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36600" lvl="7" marL="3657600" marR="0" rtl="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36600" lvl="8" marL="4114800" marR="0" rtl="0" algn="l">
              <a:lnSpc>
                <a:spcPct val="90000"/>
              </a:lnSpc>
              <a:spcBef>
                <a:spcPts val="2222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301752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14538960" y="30510488"/>
            <a:ext cx="14813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944"/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944"/>
              <a:buNone/>
              <a:defRPr b="0" i="0" sz="88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30998160" y="30510488"/>
            <a:ext cx="98757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33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30.jpg"/><Relationship Id="rId13" Type="http://schemas.openxmlformats.org/officeDocument/2006/relationships/image" Target="../media/image22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9" Type="http://schemas.openxmlformats.org/officeDocument/2006/relationships/image" Target="../media/image31.jp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7" Type="http://schemas.openxmlformats.org/officeDocument/2006/relationships/image" Target="../media/image29.png"/><Relationship Id="rId16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18" Type="http://schemas.openxmlformats.org/officeDocument/2006/relationships/image" Target="../media/image20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"/>
          <p:cNvSpPr/>
          <p:nvPr/>
        </p:nvSpPr>
        <p:spPr>
          <a:xfrm>
            <a:off x="6197600" y="728104"/>
            <a:ext cx="28651200" cy="25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2612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57"/>
              <a:buFont typeface="Arial"/>
              <a:buNone/>
            </a:pPr>
            <a:r>
              <a:rPr b="1" lang="en-US" sz="7857">
                <a:solidFill>
                  <a:schemeClr val="dk1"/>
                </a:solidFill>
              </a:rPr>
              <a:t>Benchmarking and Evaluating Uncorrelated Track Processing:</a:t>
            </a:r>
            <a:endParaRPr b="1" sz="7857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57"/>
              <a:buFont typeface="Arial"/>
              <a:buNone/>
            </a:pPr>
            <a:r>
              <a:rPr b="1" lang="en-US" sz="7857">
                <a:solidFill>
                  <a:schemeClr val="dk1"/>
                </a:solidFill>
              </a:rPr>
              <a:t>Common Task Framework at the SDA TAP Lab</a:t>
            </a:r>
            <a:endParaRPr b="1" sz="7857">
              <a:solidFill>
                <a:schemeClr val="dk1"/>
              </a:solidFill>
            </a:endParaRPr>
          </a:p>
        </p:txBody>
      </p:sp>
      <p:sp>
        <p:nvSpPr>
          <p:cNvPr id="204" name="Google Shape;204;p1"/>
          <p:cNvSpPr txBox="1"/>
          <p:nvPr/>
        </p:nvSpPr>
        <p:spPr>
          <a:xfrm>
            <a:off x="1041013" y="3979413"/>
            <a:ext cx="41804400" cy="1143900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txBody>
          <a:bodyPr anchorCtr="0" anchor="t" bIns="63475" lIns="126975" spcFirstLastPara="1" rIns="126975" wrap="square" tIns="63475">
            <a:noAutofit/>
          </a:bodyPr>
          <a:lstStyle/>
          <a:p>
            <a:pPr indent="-1567215" lvl="0" marL="156721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5">
                <a:solidFill>
                  <a:srgbClr val="F8F8F8"/>
                </a:solidFill>
              </a:rPr>
              <a:t>Louis Caves		Miles Puchner		Binyamin Stivi			Gabriel Lundin	 Cameron Smith</a:t>
            </a:r>
            <a:endParaRPr sz="8809">
              <a:solidFill>
                <a:srgbClr val="F8F8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 txBox="1"/>
          <p:nvPr/>
        </p:nvSpPr>
        <p:spPr>
          <a:xfrm>
            <a:off x="616968" y="5022541"/>
            <a:ext cx="25915500" cy="54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000" lIns="417975" spcFirstLastPara="1" rIns="417975" wrap="square" tIns="209000">
            <a:noAutofit/>
          </a:bodyPr>
          <a:lstStyle/>
          <a:p>
            <a:pPr indent="-1253243" lvl="0" marL="125324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50">
                <a:solidFill>
                  <a:schemeClr val="dk1"/>
                </a:solidFill>
              </a:rPr>
              <a:t>Uncorrelated Track (UCT) Processing</a:t>
            </a:r>
            <a:endParaRPr b="1" sz="8809">
              <a:solidFill>
                <a:schemeClr val="dk1"/>
              </a:solidFill>
            </a:endParaRPr>
          </a:p>
          <a:p>
            <a:pPr indent="-564444" lvl="0" marL="635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89"/>
              <a:buChar char="●"/>
            </a:pPr>
            <a:r>
              <a:rPr lang="en-US" sz="3888">
                <a:solidFill>
                  <a:schemeClr val="dk1"/>
                </a:solidFill>
              </a:rPr>
              <a:t>UCTs are observations </a:t>
            </a:r>
            <a:r>
              <a:rPr lang="en-US" sz="3888">
                <a:solidFill>
                  <a:schemeClr val="dk1"/>
                </a:solidFill>
              </a:rPr>
              <a:t>or tracks of observations </a:t>
            </a:r>
            <a:r>
              <a:rPr lang="en-US" sz="3888">
                <a:solidFill>
                  <a:schemeClr val="dk1"/>
                </a:solidFill>
              </a:rPr>
              <a:t>that do not correlate to any known objects</a:t>
            </a:r>
            <a:endParaRPr sz="3888">
              <a:solidFill>
                <a:schemeClr val="dk1"/>
              </a:solidFill>
            </a:endParaRPr>
          </a:p>
          <a:p>
            <a:pPr indent="-564444" lvl="0" marL="635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89"/>
              <a:buChar char="●"/>
            </a:pPr>
            <a:r>
              <a:rPr lang="en-US" sz="3888">
                <a:solidFill>
                  <a:schemeClr val="dk1"/>
                </a:solidFill>
              </a:rPr>
              <a:t>UCT processing is the task of correlating many UCTs together and assigning an orbital estimate</a:t>
            </a:r>
            <a:endParaRPr sz="3888">
              <a:solidFill>
                <a:schemeClr val="dk1"/>
              </a:solidFill>
            </a:endParaRPr>
          </a:p>
          <a:p>
            <a:pPr indent="-564444" lvl="0" marL="635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89"/>
              <a:buChar char="●"/>
            </a:pPr>
            <a:r>
              <a:rPr lang="en-US" sz="3888">
                <a:solidFill>
                  <a:schemeClr val="dk1"/>
                </a:solidFill>
              </a:rPr>
              <a:t>Solutions to UCT processing do not have a known solution to compare to</a:t>
            </a:r>
            <a:endParaRPr sz="3888">
              <a:solidFill>
                <a:schemeClr val="dk1"/>
              </a:solidFill>
            </a:endParaRPr>
          </a:p>
          <a:p>
            <a:pPr indent="-564444" lvl="0" marL="635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89"/>
              <a:buChar char="●"/>
            </a:pPr>
            <a:r>
              <a:rPr lang="en-US" sz="3888">
                <a:solidFill>
                  <a:schemeClr val="dk1"/>
                </a:solidFill>
              </a:rPr>
              <a:t>Need benchmark datasets with known solutions and </a:t>
            </a:r>
            <a:r>
              <a:rPr lang="en-US" sz="3888">
                <a:solidFill>
                  <a:schemeClr val="dk1"/>
                </a:solidFill>
              </a:rPr>
              <a:t>performance</a:t>
            </a:r>
            <a:r>
              <a:rPr lang="en-US" sz="3888">
                <a:solidFill>
                  <a:schemeClr val="dk1"/>
                </a:solidFill>
              </a:rPr>
              <a:t> metrics to evaluate UCTP </a:t>
            </a:r>
            <a:r>
              <a:rPr lang="en-US" sz="3888">
                <a:solidFill>
                  <a:schemeClr val="dk1"/>
                </a:solidFill>
              </a:rPr>
              <a:t>performance</a:t>
            </a:r>
            <a:endParaRPr sz="3888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11">
              <a:solidFill>
                <a:schemeClr val="dk1"/>
              </a:solidFill>
            </a:endParaRPr>
          </a:p>
        </p:txBody>
      </p:sp>
      <p:pic>
        <p:nvPicPr>
          <p:cNvPr descr="A blue and white logo&#10;&#10;Description automatically generated" id="206" name="Google Shape;20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7673" y="870003"/>
            <a:ext cx="7390254" cy="261447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"/>
          <p:cNvSpPr txBox="1"/>
          <p:nvPr/>
        </p:nvSpPr>
        <p:spPr>
          <a:xfrm>
            <a:off x="-609600" y="9862350"/>
            <a:ext cx="113799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66" u="sng">
                <a:solidFill>
                  <a:schemeClr val="dk1"/>
                </a:solidFill>
              </a:rPr>
              <a:t>Dataset Generation:</a:t>
            </a:r>
            <a:endParaRPr b="1" sz="6666" u="sng">
              <a:solidFill>
                <a:schemeClr val="dk1"/>
              </a:solidFill>
            </a:endParaRPr>
          </a:p>
          <a:p>
            <a:pPr indent="0" lvl="0" marL="635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22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8" name="Google Shape;208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0" y="-1"/>
            <a:ext cx="5511760" cy="349136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"/>
          <p:cNvSpPr txBox="1"/>
          <p:nvPr/>
        </p:nvSpPr>
        <p:spPr>
          <a:xfrm>
            <a:off x="3068533" y="20787244"/>
            <a:ext cx="113799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72">
                <a:solidFill>
                  <a:schemeClr val="dk1"/>
                </a:solidFill>
              </a:rPr>
              <a:t>Data Manipulation</a:t>
            </a:r>
            <a:endParaRPr b="1" sz="4444">
              <a:solidFill>
                <a:schemeClr val="dk1"/>
              </a:solidFill>
            </a:endParaRPr>
          </a:p>
          <a:p>
            <a:pPr indent="0" lvl="0" marL="635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4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0" name="Google Shape;210;p1" title="downsample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8697" y="22478922"/>
            <a:ext cx="10121343" cy="42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"/>
          <p:cNvSpPr txBox="1"/>
          <p:nvPr/>
        </p:nvSpPr>
        <p:spPr>
          <a:xfrm>
            <a:off x="609600" y="22883869"/>
            <a:ext cx="6621600" cy="3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6975" lIns="126975" spcFirstLastPara="1" rIns="126975" wrap="square" tIns="12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Downsampling</a:t>
            </a:r>
            <a:r>
              <a:rPr lang="en-US" sz="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5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Selectively remove observations to emulate a sparser dataset</a:t>
            </a:r>
            <a:endParaRPr sz="5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2" name="Google Shape;212;p1" title="simulation_sample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2750" y="27793950"/>
            <a:ext cx="10933234" cy="446200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"/>
          <p:cNvSpPr txBox="1"/>
          <p:nvPr/>
        </p:nvSpPr>
        <p:spPr>
          <a:xfrm>
            <a:off x="609600" y="28094606"/>
            <a:ext cx="6621600" cy="3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6975" lIns="126975" spcFirstLastPara="1" rIns="126975" wrap="square" tIns="12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Simulation</a:t>
            </a:r>
            <a:r>
              <a:rPr lang="en-US" sz="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5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Selectively add observations to emulate a richer dataset</a:t>
            </a:r>
            <a:endParaRPr sz="5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" name="Google Shape;214;p1"/>
          <p:cNvSpPr txBox="1"/>
          <p:nvPr/>
        </p:nvSpPr>
        <p:spPr>
          <a:xfrm>
            <a:off x="18233000" y="9988275"/>
            <a:ext cx="113799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66" u="sng">
                <a:solidFill>
                  <a:schemeClr val="dk1"/>
                </a:solidFill>
              </a:rPr>
              <a:t>UCTP Evaluation</a:t>
            </a:r>
            <a:r>
              <a:rPr b="1" lang="en-US" sz="6666" u="sng">
                <a:solidFill>
                  <a:schemeClr val="dk1"/>
                </a:solidFill>
              </a:rPr>
              <a:t>:</a:t>
            </a:r>
            <a:endParaRPr b="1" sz="6666" u="sng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4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18986167" y="17404594"/>
            <a:ext cx="113799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72">
                <a:solidFill>
                  <a:schemeClr val="dk1"/>
                </a:solidFill>
              </a:rPr>
              <a:t>State Metrics</a:t>
            </a:r>
            <a:endParaRPr b="1" sz="5972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4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1"/>
          <p:cNvSpPr txBox="1"/>
          <p:nvPr/>
        </p:nvSpPr>
        <p:spPr>
          <a:xfrm>
            <a:off x="30947452" y="17428313"/>
            <a:ext cx="113799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72">
                <a:solidFill>
                  <a:schemeClr val="dk1"/>
                </a:solidFill>
              </a:rPr>
              <a:t>Residual </a:t>
            </a:r>
            <a:r>
              <a:rPr b="1" lang="en-US" sz="5972">
                <a:solidFill>
                  <a:schemeClr val="dk1"/>
                </a:solidFill>
              </a:rPr>
              <a:t>Metrics</a:t>
            </a:r>
            <a:endParaRPr b="1" sz="5972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4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7" name="Google Shape;217;p1"/>
          <p:cNvPicPr preferRelativeResize="0"/>
          <p:nvPr/>
        </p:nvPicPr>
        <p:blipFill rotWithShape="1">
          <a:blip r:embed="rId7">
            <a:alphaModFix/>
          </a:blip>
          <a:srcRect b="9976" l="0" r="0" t="20308"/>
          <a:stretch/>
        </p:blipFill>
        <p:spPr>
          <a:xfrm>
            <a:off x="35461967" y="18783975"/>
            <a:ext cx="7721598" cy="392778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"/>
          <p:cNvSpPr txBox="1"/>
          <p:nvPr/>
        </p:nvSpPr>
        <p:spPr>
          <a:xfrm>
            <a:off x="19884767" y="18274200"/>
            <a:ext cx="95829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6975" lIns="126975" spcFirstLastPara="1" rIns="126975" wrap="square" tIns="126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7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Orbit to Orbit Association</a:t>
            </a:r>
            <a:endParaRPr sz="3472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1"/>
          <p:cNvSpPr txBox="1"/>
          <p:nvPr/>
        </p:nvSpPr>
        <p:spPr>
          <a:xfrm>
            <a:off x="31798275" y="18159900"/>
            <a:ext cx="95829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6975" lIns="126975" spcFirstLastPara="1" rIns="126975" wrap="square" tIns="126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7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Orbit to Observation Association</a:t>
            </a:r>
            <a:endParaRPr sz="3472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0" name="Google Shape;220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021967" y="19853831"/>
            <a:ext cx="4346008" cy="12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"/>
          <p:cNvSpPr txBox="1"/>
          <p:nvPr/>
        </p:nvSpPr>
        <p:spPr>
          <a:xfrm>
            <a:off x="18978067" y="22507969"/>
            <a:ext cx="113799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72">
                <a:solidFill>
                  <a:schemeClr val="dk1"/>
                </a:solidFill>
              </a:rPr>
              <a:t>Binary </a:t>
            </a:r>
            <a:r>
              <a:rPr b="1" lang="en-US" sz="5972">
                <a:solidFill>
                  <a:schemeClr val="dk1"/>
                </a:solidFill>
              </a:rPr>
              <a:t>Metrics</a:t>
            </a:r>
            <a:endParaRPr b="1" sz="5972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4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1"/>
          <p:cNvSpPr txBox="1"/>
          <p:nvPr/>
        </p:nvSpPr>
        <p:spPr>
          <a:xfrm>
            <a:off x="19876667" y="23334750"/>
            <a:ext cx="95829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6975" lIns="126975" spcFirstLastPara="1" rIns="126975" wrap="square" tIns="126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7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Observation to Observation</a:t>
            </a:r>
            <a:r>
              <a:rPr lang="en-US" sz="3472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Association</a:t>
            </a:r>
            <a:endParaRPr sz="3472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3" name="Google Shape;223;p1" title="binary.jpg"/>
          <p:cNvPicPr preferRelativeResize="0"/>
          <p:nvPr/>
        </p:nvPicPr>
        <p:blipFill rotWithShape="1">
          <a:blip r:embed="rId9">
            <a:alphaModFix/>
          </a:blip>
          <a:srcRect b="0" l="11378" r="0" t="6968"/>
          <a:stretch/>
        </p:blipFill>
        <p:spPr>
          <a:xfrm>
            <a:off x="20312208" y="23962400"/>
            <a:ext cx="8637100" cy="84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"/>
          <p:cNvSpPr txBox="1"/>
          <p:nvPr/>
        </p:nvSpPr>
        <p:spPr>
          <a:xfrm>
            <a:off x="30995229" y="22603523"/>
            <a:ext cx="113799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72">
                <a:solidFill>
                  <a:schemeClr val="dk1"/>
                </a:solidFill>
              </a:rPr>
              <a:t>Evaluation Report</a:t>
            </a:r>
            <a:endParaRPr b="1" sz="5972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4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5" name="Google Shape;225;p1" title="report_example.jpg"/>
          <p:cNvPicPr preferRelativeResize="0"/>
          <p:nvPr>
            <p:ph idx="2" type="pic"/>
          </p:nvPr>
        </p:nvPicPr>
        <p:blipFill rotWithShape="1">
          <a:blip r:embed="rId10">
            <a:alphaModFix/>
          </a:blip>
          <a:srcRect b="18560" l="0" r="0" t="0"/>
          <a:stretch/>
        </p:blipFill>
        <p:spPr>
          <a:xfrm>
            <a:off x="32371599" y="23951900"/>
            <a:ext cx="8789726" cy="8471851"/>
          </a:xfrm>
          <a:prstGeom prst="rect">
            <a:avLst/>
          </a:prstGeom>
          <a:solidFill>
            <a:srgbClr val="E7E6E6"/>
          </a:solidFill>
          <a:ln cap="flat" cmpd="sng" w="13225">
            <a:solidFill>
              <a:srgbClr val="595A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6" name="Google Shape;226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3039" y="16674425"/>
            <a:ext cx="17926976" cy="36777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7" name="Google Shape;227;p1"/>
          <p:cNvCxnSpPr/>
          <p:nvPr/>
        </p:nvCxnSpPr>
        <p:spPr>
          <a:xfrm>
            <a:off x="101600" y="9544050"/>
            <a:ext cx="43840500" cy="0"/>
          </a:xfrm>
          <a:prstGeom prst="straightConnector1">
            <a:avLst/>
          </a:prstGeom>
          <a:noFill/>
          <a:ln cap="flat" cmpd="sng" w="105825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1"/>
          <p:cNvCxnSpPr/>
          <p:nvPr/>
        </p:nvCxnSpPr>
        <p:spPr>
          <a:xfrm>
            <a:off x="19309767" y="9644063"/>
            <a:ext cx="0" cy="23184900"/>
          </a:xfrm>
          <a:prstGeom prst="straightConnector1">
            <a:avLst/>
          </a:prstGeom>
          <a:noFill/>
          <a:ln cap="flat" cmpd="sng" w="529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29" name="Google Shape;229;p1"/>
          <p:cNvPicPr preferRelativeResize="0"/>
          <p:nvPr/>
        </p:nvPicPr>
        <p:blipFill rotWithShape="1">
          <a:blip r:embed="rId12">
            <a:alphaModFix/>
          </a:blip>
          <a:srcRect b="42319" l="19390" r="26866" t="0"/>
          <a:stretch/>
        </p:blipFill>
        <p:spPr>
          <a:xfrm>
            <a:off x="24536390" y="18408244"/>
            <a:ext cx="6262823" cy="4481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9551333" y="20418938"/>
            <a:ext cx="4538839" cy="8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9551333" y="21407680"/>
            <a:ext cx="4985067" cy="785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9551333" y="19151700"/>
            <a:ext cx="5942930" cy="112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9275167" y="10310177"/>
            <a:ext cx="22181197" cy="669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7975" y="11302671"/>
            <a:ext cx="19045954" cy="439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4258941" y="5194621"/>
            <a:ext cx="17151175" cy="42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" title="downsample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4897" y="22478922"/>
            <a:ext cx="10121343" cy="42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"/>
          <p:cNvSpPr txBox="1"/>
          <p:nvPr>
            <p:ph type="title"/>
          </p:nvPr>
        </p:nvSpPr>
        <p:spPr>
          <a:xfrm>
            <a:off x="3017520" y="2637060"/>
            <a:ext cx="37856100" cy="35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rial"/>
              <a:buNone/>
            </a:pPr>
            <a:r>
              <a:rPr lang="en-US" sz="10000">
                <a:latin typeface="Arial"/>
                <a:ea typeface="Arial"/>
                <a:cs typeface="Arial"/>
                <a:sym typeface="Arial"/>
              </a:rPr>
              <a:t>Designing and Briefing Your Poster</a:t>
            </a:r>
            <a:endParaRPr sz="10000"/>
          </a:p>
        </p:txBody>
      </p:sp>
      <p:sp>
        <p:nvSpPr>
          <p:cNvPr id="242" name="Google Shape;242;p2"/>
          <p:cNvSpPr txBox="1"/>
          <p:nvPr/>
        </p:nvSpPr>
        <p:spPr>
          <a:xfrm>
            <a:off x="3017520" y="6153756"/>
            <a:ext cx="37856100" cy="22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spAutoFit/>
          </a:bodyPr>
          <a:lstStyle/>
          <a:p>
            <a:pPr indent="-1269967" lvl="0" marL="12699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lang="en-US" sz="61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sz="1944"/>
          </a:p>
          <a:p>
            <a:pPr indent="-1269969" lvl="1" marL="33598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b="0" i="0" lang="en-US" sz="61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main bullets to one line</a:t>
            </a:r>
            <a:endParaRPr sz="1944"/>
          </a:p>
          <a:p>
            <a:pPr indent="-1269969" lvl="1" marL="33598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b="0" i="0" lang="en-US" sz="61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 sub-bullets to provide more detail if necessary</a:t>
            </a:r>
            <a:endParaRPr sz="1944"/>
          </a:p>
          <a:p>
            <a:pPr indent="-1269969" lvl="1" marL="33598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b="0" i="0" lang="en-US" sz="61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obscure your message with low-value data or the meaning by being too abbreviated</a:t>
            </a:r>
            <a:endParaRPr sz="1944"/>
          </a:p>
          <a:p>
            <a:pPr indent="-1269967" lvl="0" marL="12699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lang="en-US" sz="61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Graphics and Images</a:t>
            </a:r>
            <a:endParaRPr sz="1944"/>
          </a:p>
          <a:p>
            <a:pPr indent="-1269969" lvl="1" marL="33598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b="0" i="0" lang="en-US" sz="61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text must be either Dark Blue, accent 1, or Black</a:t>
            </a:r>
            <a:endParaRPr sz="1944"/>
          </a:p>
          <a:p>
            <a:pPr indent="-1269969" lvl="1" marL="33598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b="0" i="0" lang="en-US" sz="61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AFRL Color Palette for all charts and graphs</a:t>
            </a:r>
            <a:endParaRPr sz="1944"/>
          </a:p>
          <a:p>
            <a:pPr indent="-1269969" lvl="1" marL="33598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b="0" i="0" lang="en-US" sz="61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graphics and images that add value</a:t>
            </a:r>
            <a:endParaRPr sz="1944"/>
          </a:p>
          <a:p>
            <a:pPr indent="-1269967" lvl="0" marL="12699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lang="en-US" sz="611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Briefing </a:t>
            </a:r>
            <a:endParaRPr sz="1944"/>
          </a:p>
          <a:p>
            <a:pPr indent="-1269969" lvl="1" marL="33598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b="0" i="0" lang="en-US" sz="61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 what is on your poster plus a few talking points about your project</a:t>
            </a:r>
            <a:endParaRPr sz="1944"/>
          </a:p>
          <a:p>
            <a:pPr indent="-1269969" lvl="1" marL="33598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b="0" i="0" lang="en-US" sz="61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 assume your audience is familiar with your field of research</a:t>
            </a:r>
            <a:endParaRPr sz="1944"/>
          </a:p>
          <a:p>
            <a:pPr indent="-1269969" lvl="1" marL="33598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b="0" i="0" lang="en-US" sz="61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 with your main point, add context after catching the audiences’ attention  </a:t>
            </a:r>
            <a:endParaRPr sz="1944"/>
          </a:p>
          <a:p>
            <a:pPr indent="-1269969" lvl="1" marL="33598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11"/>
              <a:buFont typeface="Arial"/>
              <a:buChar char="•"/>
            </a:pPr>
            <a:r>
              <a:rPr b="0" i="0" lang="en-US" sz="611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 a 30 second introduction and a 2-to-5-minute highlight speech that answers when, who, what, where, how, and why  </a:t>
            </a:r>
            <a:endParaRPr sz="1944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944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4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"/>
          <p:cNvSpPr txBox="1"/>
          <p:nvPr>
            <p:ph idx="1" type="body"/>
          </p:nvPr>
        </p:nvSpPr>
        <p:spPr>
          <a:xfrm>
            <a:off x="3017520" y="6410002"/>
            <a:ext cx="18653700" cy="241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lang="en-US" sz="6666">
                <a:latin typeface="Arial"/>
                <a:ea typeface="Arial"/>
                <a:cs typeface="Arial"/>
                <a:sym typeface="Arial"/>
              </a:rPr>
              <a:t>Text</a:t>
            </a:r>
            <a:r>
              <a:rPr lang="en-US" sz="66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6666"/>
          </a:p>
          <a:p>
            <a:pPr indent="0" lvl="0" marL="0" rtl="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lang="en-US" sz="6666">
                <a:latin typeface="Arial"/>
                <a:ea typeface="Arial"/>
                <a:cs typeface="Arial"/>
                <a:sym typeface="Arial"/>
              </a:rPr>
              <a:t>Black Text 1</a:t>
            </a:r>
            <a:endParaRPr sz="6666"/>
          </a:p>
          <a:p>
            <a:pPr indent="0" lvl="0" marL="0" rtl="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t/>
            </a:r>
            <a:endParaRPr sz="666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rPr lang="en-US" sz="6666">
                <a:latin typeface="Arial"/>
                <a:ea typeface="Arial"/>
                <a:cs typeface="Arial"/>
                <a:sym typeface="Arial"/>
              </a:rPr>
              <a:t>Tables and charts: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</a:pPr>
            <a:r>
              <a:rPr lang="en-US" sz="4000">
                <a:solidFill>
                  <a:schemeClr val="accent1"/>
                </a:solidFill>
              </a:rPr>
              <a:t>Main Blue</a:t>
            </a:r>
            <a:r>
              <a:rPr b="1" lang="en-US" sz="4000"/>
              <a:t>	R</a:t>
            </a:r>
            <a:r>
              <a:rPr lang="en-US" sz="4000"/>
              <a:t>13 / </a:t>
            </a:r>
            <a:r>
              <a:rPr b="1" lang="en-US" sz="4000"/>
              <a:t>G</a:t>
            </a:r>
            <a:r>
              <a:rPr lang="en-US" sz="4000"/>
              <a:t>77 / </a:t>
            </a:r>
            <a:r>
              <a:rPr b="1" lang="en-US" sz="4000"/>
              <a:t>B</a:t>
            </a:r>
            <a:r>
              <a:rPr lang="en-US" sz="4000"/>
              <a:t>140</a:t>
            </a:r>
            <a:endParaRPr sz="6666"/>
          </a:p>
          <a:p>
            <a:pPr indent="0" lvl="0" marL="0" rtl="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rgbClr val="FBCE20"/>
              </a:buClr>
              <a:buSzPts val="4000"/>
              <a:buNone/>
            </a:pPr>
            <a:r>
              <a:rPr lang="en-US" sz="4000">
                <a:solidFill>
                  <a:srgbClr val="FBCE20"/>
                </a:solidFill>
              </a:rPr>
              <a:t>Yellow</a:t>
            </a:r>
            <a:r>
              <a:rPr lang="en-US" sz="4000"/>
              <a:t>	</a:t>
            </a:r>
            <a:r>
              <a:rPr b="1" lang="en-US" sz="4000"/>
              <a:t>R</a:t>
            </a:r>
            <a:r>
              <a:rPr lang="en-US" sz="4000"/>
              <a:t>251 / </a:t>
            </a:r>
            <a:r>
              <a:rPr b="1" lang="en-US" sz="4000"/>
              <a:t>G</a:t>
            </a:r>
            <a:r>
              <a:rPr lang="en-US" sz="4000"/>
              <a:t>206 / </a:t>
            </a:r>
            <a:r>
              <a:rPr b="1" lang="en-US" sz="4000"/>
              <a:t>B</a:t>
            </a:r>
            <a:r>
              <a:rPr lang="en-US" sz="4000"/>
              <a:t>32</a:t>
            </a:r>
            <a:endParaRPr sz="6666"/>
          </a:p>
          <a:p>
            <a:pPr indent="0" lvl="0" marL="0" rtl="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rgbClr val="00BCE4"/>
              </a:buClr>
              <a:buSzPts val="4000"/>
              <a:buNone/>
            </a:pPr>
            <a:r>
              <a:rPr lang="en-US" sz="4000">
                <a:solidFill>
                  <a:srgbClr val="00BCE4"/>
                </a:solidFill>
              </a:rPr>
              <a:t>Light Blue</a:t>
            </a:r>
            <a:r>
              <a:rPr lang="en-US" sz="4000"/>
              <a:t>	</a:t>
            </a:r>
            <a:r>
              <a:rPr b="1" lang="en-US" sz="4000"/>
              <a:t>R</a:t>
            </a:r>
            <a:r>
              <a:rPr lang="en-US" sz="4000"/>
              <a:t>0 / </a:t>
            </a:r>
            <a:r>
              <a:rPr b="1" lang="en-US" sz="4000"/>
              <a:t>G</a:t>
            </a:r>
            <a:r>
              <a:rPr lang="en-US" sz="4000"/>
              <a:t>188 / </a:t>
            </a:r>
            <a:r>
              <a:rPr b="1" lang="en-US" sz="4000"/>
              <a:t>B</a:t>
            </a:r>
            <a:r>
              <a:rPr lang="en-US" sz="4000"/>
              <a:t>228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rgbClr val="B3282D"/>
              </a:buClr>
              <a:buSzPts val="4000"/>
              <a:buNone/>
            </a:pPr>
            <a:r>
              <a:rPr lang="en-US" sz="4000">
                <a:solidFill>
                  <a:srgbClr val="B3282D"/>
                </a:solidFill>
              </a:rPr>
              <a:t>Red</a:t>
            </a:r>
            <a:r>
              <a:rPr lang="en-US" sz="4000"/>
              <a:t>	</a:t>
            </a:r>
            <a:r>
              <a:rPr b="1" lang="en-US" sz="4000"/>
              <a:t>R</a:t>
            </a:r>
            <a:r>
              <a:rPr lang="en-US" sz="4000"/>
              <a:t>179 / </a:t>
            </a:r>
            <a:r>
              <a:rPr b="1" lang="en-US" sz="4000"/>
              <a:t>G</a:t>
            </a:r>
            <a:r>
              <a:rPr lang="en-US" sz="4000"/>
              <a:t>40 / </a:t>
            </a:r>
            <a:r>
              <a:rPr b="1" lang="en-US" sz="4000"/>
              <a:t>B</a:t>
            </a:r>
            <a:r>
              <a:rPr lang="en-US" sz="4000"/>
              <a:t>45 </a:t>
            </a:r>
            <a:endParaRPr sz="6666"/>
          </a:p>
          <a:p>
            <a:pPr indent="0" lvl="0" marL="0" rtl="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rgbClr val="CBCCCB"/>
              </a:buClr>
              <a:buSzPts val="4000"/>
              <a:buNone/>
            </a:pPr>
            <a:r>
              <a:rPr lang="en-US" sz="4000">
                <a:solidFill>
                  <a:srgbClr val="CBCCCB"/>
                </a:solidFill>
              </a:rPr>
              <a:t>Light Gray</a:t>
            </a:r>
            <a:r>
              <a:rPr lang="en-US" sz="4000"/>
              <a:t>	</a:t>
            </a:r>
            <a:r>
              <a:rPr b="1" lang="en-US" sz="4000"/>
              <a:t>R</a:t>
            </a:r>
            <a:r>
              <a:rPr lang="en-US" sz="4000"/>
              <a:t>203 / </a:t>
            </a:r>
            <a:r>
              <a:rPr b="1" lang="en-US" sz="4000"/>
              <a:t>G</a:t>
            </a:r>
            <a:r>
              <a:rPr lang="en-US" sz="4000"/>
              <a:t>204 / </a:t>
            </a:r>
            <a:r>
              <a:rPr b="1" lang="en-US" sz="4000"/>
              <a:t>B</a:t>
            </a:r>
            <a:r>
              <a:rPr lang="en-US" sz="4000"/>
              <a:t>203</a:t>
            </a:r>
            <a:endParaRPr sz="6666"/>
          </a:p>
          <a:p>
            <a:pPr indent="0" lvl="0" marL="0" rtl="0" algn="l">
              <a:lnSpc>
                <a:spcPct val="100000"/>
              </a:lnSpc>
              <a:spcBef>
                <a:spcPts val="4444"/>
              </a:spcBef>
              <a:spcAft>
                <a:spcPts val="0"/>
              </a:spcAft>
              <a:buClr>
                <a:srgbClr val="595A59"/>
              </a:buClr>
              <a:buSzPts val="4000"/>
              <a:buNone/>
            </a:pPr>
            <a:r>
              <a:rPr lang="en-US" sz="4000">
                <a:solidFill>
                  <a:srgbClr val="595A59"/>
                </a:solidFill>
              </a:rPr>
              <a:t>Dark Gray</a:t>
            </a:r>
            <a:r>
              <a:rPr lang="en-US" sz="4000"/>
              <a:t>	</a:t>
            </a:r>
            <a:r>
              <a:rPr b="1" lang="en-US" sz="4000"/>
              <a:t>R</a:t>
            </a:r>
            <a:r>
              <a:rPr lang="en-US" sz="4000"/>
              <a:t>89 / </a:t>
            </a:r>
            <a:r>
              <a:rPr b="1" lang="en-US" sz="4000"/>
              <a:t>G</a:t>
            </a:r>
            <a:r>
              <a:rPr lang="en-US" sz="4000"/>
              <a:t>90 / </a:t>
            </a:r>
            <a:r>
              <a:rPr b="1" lang="en-US" sz="4000"/>
              <a:t>B</a:t>
            </a:r>
            <a:r>
              <a:rPr lang="en-US" sz="4000"/>
              <a:t>89	</a:t>
            </a:r>
            <a:endParaRPr sz="6666"/>
          </a:p>
        </p:txBody>
      </p:sp>
      <p:sp>
        <p:nvSpPr>
          <p:cNvPr id="248" name="Google Shape;248;p3"/>
          <p:cNvSpPr txBox="1"/>
          <p:nvPr>
            <p:ph idx="2" type="body"/>
          </p:nvPr>
        </p:nvSpPr>
        <p:spPr>
          <a:xfrm>
            <a:off x="22219920" y="6410002"/>
            <a:ext cx="18653700" cy="241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3475" lIns="126975" spcFirstLastPara="1" rIns="126975" wrap="square" tIns="63475">
            <a:normAutofit/>
          </a:bodyPr>
          <a:lstStyle/>
          <a:p>
            <a:pPr indent="-592667" lvl="0" marL="10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7"/>
              <a:buNone/>
            </a:pPr>
            <a:r>
              <a:t/>
            </a:r>
            <a:endParaRPr sz="6666"/>
          </a:p>
        </p:txBody>
      </p:sp>
      <p:sp>
        <p:nvSpPr>
          <p:cNvPr id="249" name="Google Shape;249;p3"/>
          <p:cNvSpPr txBox="1"/>
          <p:nvPr>
            <p:ph type="title"/>
          </p:nvPr>
        </p:nvSpPr>
        <p:spPr>
          <a:xfrm>
            <a:off x="3017520" y="2637060"/>
            <a:ext cx="37856100" cy="35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475" lIns="126975" spcFirstLastPara="1" rIns="126975" wrap="square" tIns="634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rial"/>
              <a:buNone/>
            </a:pPr>
            <a:r>
              <a:rPr lang="en-US" sz="10000">
                <a:latin typeface="Arial"/>
                <a:ea typeface="Arial"/>
                <a:cs typeface="Arial"/>
                <a:sym typeface="Arial"/>
              </a:rPr>
              <a:t>PowerPoint Color Palette for Posters</a:t>
            </a:r>
            <a:endParaRPr sz="10000"/>
          </a:p>
        </p:txBody>
      </p:sp>
      <p:graphicFrame>
        <p:nvGraphicFramePr>
          <p:cNvPr id="250" name="Google Shape;250;p3"/>
          <p:cNvGraphicFramePr/>
          <p:nvPr/>
        </p:nvGraphicFramePr>
        <p:xfrm>
          <a:off x="22860000" y="8699241"/>
          <a:ext cx="16251600" cy="155202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low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2010-10-07T20:13:26Z</dcterms:created>
  <dc:creator>bushj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0x010100239CC02B59828E4093440207BFE40CE1</vt:lpwstr>
  </property>
  <property fmtid="{D5CDD505-2E9C-101B-9397-08002B2CF9AE}" pid="3" name="MediaServiceImageTags">
    <vt:lpwstr/>
  </property>
  <property fmtid="{D5CDD505-2E9C-101B-9397-08002B2CF9AE}" pid="4" name="Order">
    <vt:r8>77500.0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